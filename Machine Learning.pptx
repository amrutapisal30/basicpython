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699FC-6540-1848-86DE-39B48F8F0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D18D79-86BF-A5AA-2315-5CE371DB1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160FF-B0F2-CBF8-B246-A7CA2EF42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C4A7-94EF-4612-9C2A-58FAA3371EBA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0A82-65C0-2695-B0F1-53D764E2E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112E5-43F0-36C1-504F-2401FFD8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6B660-8908-4D43-89FA-B8DACEE5B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578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F51ED-88A9-B790-9FA8-C41329330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C5175-DA0E-EF6B-B55A-B03A12F6D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EC19E-F7CB-91D5-6B55-C066B2BE6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C4A7-94EF-4612-9C2A-58FAA3371EBA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95CB4-57A2-7823-3DFC-F11619949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194A3-0C8D-B9F3-87EB-D284E8E37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6B660-8908-4D43-89FA-B8DACEE5B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140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F93A-0408-C08F-3577-1B8A53769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5D6A1-95C3-D649-768A-6DCCC876C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9CF01-F60D-0D83-D4D9-4D961A36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C4A7-94EF-4612-9C2A-58FAA3371EBA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BAB70-9B6B-6F80-DD45-25DDB4551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8C086-BBDE-4BF3-E73D-CB742B222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6B660-8908-4D43-89FA-B8DACEE5B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395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C147-4F84-E4F4-B793-2FF22F1A1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6BBCB-B937-8398-36E7-67F5D8AC9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A6707-3322-0137-08DA-1ADBEB663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26479-1318-EC13-7B08-CD999BB8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C4A7-94EF-4612-9C2A-58FAA3371EBA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83A2E-E62C-D6B1-E132-AEFEA8AEF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486F6-6661-1F34-26F7-1A8A6C773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6B660-8908-4D43-89FA-B8DACEE5B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531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8F2E0-9DF9-B09E-89EC-A04DFBBA2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9110C-9B6E-43E4-3646-4CC27BD79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DBC0A2-D9C0-BC34-11FC-F8129FFE0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F1CD1D-40C7-FABA-66A0-689987573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97631D-DD4C-FCD6-40DC-BA7EE2517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014B82-F842-9540-7936-5ABE17766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C4A7-94EF-4612-9C2A-58FAA3371EBA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973379-96C2-7521-49C7-8508B61E3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E13C44-0A0D-C891-6AAF-F2F454921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6B660-8908-4D43-89FA-B8DACEE5B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644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ACE8E-659A-6720-3FB7-2952D3765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7121C9-308A-F7F9-8D68-F942995D0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C4A7-94EF-4612-9C2A-58FAA3371EBA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A504EA-6CF2-192F-C81B-890F1A286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631B35-1A7B-125C-2CD5-5E567045E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6B660-8908-4D43-89FA-B8DACEE5B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471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E0B994-54CA-D8B6-2762-788B4090D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C4A7-94EF-4612-9C2A-58FAA3371EBA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9B03C5-3434-61E1-E855-8357BC8B7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9B57E-9EB4-5A43-4E8D-4FB9EFD9B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6B660-8908-4D43-89FA-B8DACEE5B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68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3D95C-28EE-1460-303D-03D5CAE31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DD271-28E6-AA57-1284-63E16A2FF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C6AA5-85AE-32C7-0AD4-CE24DB92F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298A1-FA0C-D8CB-603C-CDE7E86A0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C4A7-94EF-4612-9C2A-58FAA3371EBA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9279A-B2B6-0951-2B90-8526B9890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626B5-A161-6195-2D6F-EB31A854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6B660-8908-4D43-89FA-B8DACEE5B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34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BB27E-C139-8B8C-6DD1-8A2B19E8A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74975-7D38-D8BE-DC81-6249F636A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E8469-087A-9FA5-C180-B5D8C545E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3D6C5-0D79-C085-C42B-481182911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C4A7-94EF-4612-9C2A-58FAA3371EBA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8A6CD-42D4-C04C-6D4E-51E5B20B2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834EC-1D22-1767-979A-D4A4F540C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6B660-8908-4D43-89FA-B8DACEE5B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113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D6F3-2E34-46AA-5456-E2DCF4F99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3C1F1-4C20-5C5C-C376-DE712DD1D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1C799-8642-B6B7-06B3-0598B3B28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C4A7-94EF-4612-9C2A-58FAA3371EBA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23014-4D1B-6991-A227-86E24322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27E0A-B8F4-6327-2C2C-989BAD195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6B660-8908-4D43-89FA-B8DACEE5B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776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9900C0-6BEE-EB36-6DC6-268368DAB5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BA733-F562-5F48-CB4D-834D0CAB5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03D51-5D83-866C-3088-3685900E7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FC4A7-94EF-4612-9C2A-58FAA3371EBA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F36E1-309E-5735-5E9D-012E1687F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394D3-C9C3-1749-B7F9-2DB575022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6B660-8908-4D43-89FA-B8DACEE5B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978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B8CF25-618A-712F-9D32-5CF1C76D1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6377E-511F-1A89-E716-7E0D65C8C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4B0FF-87DB-42FC-4C7C-BD5170A912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FC4A7-94EF-4612-9C2A-58FAA3371EBA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8016E-E47F-4ECA-BCC6-C63650F02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AC964-4AFF-0D14-B506-A4096EFF8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6B660-8908-4D43-89FA-B8DACEE5BA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124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DEF3F-CFA7-4987-07E5-6689E664EB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Machine Learning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CFBFF8-5D5A-1EDE-7BD6-36AA20FE56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191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A9218-6657-CF05-6852-415B0E393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>
                <a:solidFill>
                  <a:srgbClr val="FF0000"/>
                </a:solidFill>
              </a:rPr>
              <a:t>Machine Learning?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1F7E3-3ABA-64D7-2D84-04C043774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Machine Learning is a branch of artificial Intelligence  that involves the development of algorithms and statistical models that enables computers to learn and make decisions based on data.</a:t>
            </a:r>
          </a:p>
          <a:p>
            <a:r>
              <a:rPr lang="en-US" dirty="0">
                <a:solidFill>
                  <a:srgbClr val="FF0000"/>
                </a:solidFill>
              </a:rPr>
              <a:t>Instead of being explicitly programmed to perform a </a:t>
            </a:r>
            <a:r>
              <a:rPr lang="en-US" dirty="0" err="1">
                <a:solidFill>
                  <a:srgbClr val="FF0000"/>
                </a:solidFill>
              </a:rPr>
              <a:t>task,a</a:t>
            </a:r>
            <a:r>
              <a:rPr lang="en-US" dirty="0">
                <a:solidFill>
                  <a:srgbClr val="FF0000"/>
                </a:solidFill>
              </a:rPr>
              <a:t> machine learning model is trained on a large dataset and uses patterns and relationships within the data to make predictions or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88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BC18-F73C-658A-D858-F191FE6EB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 cycle of </a:t>
            </a:r>
            <a:r>
              <a:rPr lang="en-US" dirty="0">
                <a:solidFill>
                  <a:srgbClr val="FF0000"/>
                </a:solidFill>
              </a:rPr>
              <a:t>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4D64E-4949-E81B-51E7-C05BD3B21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Acquisition-data present in </a:t>
            </a:r>
            <a:r>
              <a:rPr lang="en-US" dirty="0" err="1"/>
              <a:t>excel,pdf,db.collect</a:t>
            </a:r>
            <a:r>
              <a:rPr lang="en-US" dirty="0"/>
              <a:t> it and select target data</a:t>
            </a:r>
          </a:p>
          <a:p>
            <a:r>
              <a:rPr lang="en-US" dirty="0"/>
              <a:t>Data pre-processing-means data manipulation/data </a:t>
            </a:r>
            <a:r>
              <a:rPr lang="en-US" dirty="0" err="1"/>
              <a:t>visulitization</a:t>
            </a:r>
            <a:r>
              <a:rPr lang="en-US" dirty="0"/>
              <a:t>(</a:t>
            </a:r>
            <a:r>
              <a:rPr lang="en-US" dirty="0" err="1"/>
              <a:t>numpy,panda,seborn,matpltlib</a:t>
            </a:r>
            <a:r>
              <a:rPr lang="en-US" dirty="0"/>
              <a:t>)</a:t>
            </a:r>
          </a:p>
          <a:p>
            <a:r>
              <a:rPr lang="en-US" dirty="0"/>
              <a:t>Machine Learning Algorithm</a:t>
            </a:r>
          </a:p>
          <a:p>
            <a:r>
              <a:rPr lang="en-US" dirty="0"/>
              <a:t>Pattern Evaluation</a:t>
            </a:r>
          </a:p>
          <a:p>
            <a:r>
              <a:rPr lang="en-US" dirty="0"/>
              <a:t>Knowledge Representation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4187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34CA0-38D8-8F0E-74D6-164680AB1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Categories of ML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92AA5-52DB-0FB8-6970-8951BB111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Supervised Learning--- assign labels </a:t>
            </a:r>
          </a:p>
          <a:p>
            <a:r>
              <a:rPr lang="en-US" dirty="0"/>
              <a:t>Unsupervised Learning--- not assign labels---- Image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73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04C3B-D75D-9BD1-A7D6-A2C41EDF9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Learning-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C3EA8-1B82-3D06-A573-6F25E31B0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Regression </a:t>
            </a:r>
          </a:p>
          <a:p>
            <a:r>
              <a:rPr lang="en-US" dirty="0"/>
              <a:t>Per     </a:t>
            </a:r>
            <a:r>
              <a:rPr lang="en-US" dirty="0" err="1"/>
              <a:t>cgpa</a:t>
            </a:r>
            <a:endParaRPr lang="en-US" dirty="0"/>
          </a:p>
          <a:p>
            <a:r>
              <a:rPr lang="en-US" dirty="0"/>
              <a:t>80        7.65</a:t>
            </a:r>
          </a:p>
          <a:p>
            <a:r>
              <a:rPr lang="en-US" dirty="0"/>
              <a:t>92        9.1</a:t>
            </a:r>
          </a:p>
          <a:p>
            <a:r>
              <a:rPr lang="en-US" dirty="0"/>
              <a:t>70         7.0</a:t>
            </a:r>
          </a:p>
          <a:p>
            <a:r>
              <a:rPr lang="en-US" dirty="0"/>
              <a:t>60          6.0</a:t>
            </a:r>
          </a:p>
          <a:p>
            <a:r>
              <a:rPr lang="en-IN" dirty="0"/>
              <a:t>Classification</a:t>
            </a:r>
          </a:p>
          <a:p>
            <a:r>
              <a:rPr lang="en-IN" dirty="0"/>
              <a:t>Name smoking    cancer</a:t>
            </a:r>
          </a:p>
          <a:p>
            <a:r>
              <a:rPr lang="en-IN" dirty="0"/>
              <a:t>             True             Yes</a:t>
            </a:r>
          </a:p>
          <a:p>
            <a:r>
              <a:rPr lang="en-IN" dirty="0"/>
              <a:t>             False            No</a:t>
            </a:r>
          </a:p>
          <a:p>
            <a:r>
              <a:rPr lang="en-IN" dirty="0"/>
              <a:t>             True             No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0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27B4A-EE8F-78BB-0983-0068EE164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Supervised Learning-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96CCF-9724-4D77-C686-5AD96BA54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Definition:In</a:t>
            </a:r>
            <a:r>
              <a:rPr lang="en-US" dirty="0"/>
              <a:t> Supervised </a:t>
            </a:r>
            <a:r>
              <a:rPr lang="en-US" dirty="0" err="1"/>
              <a:t>Learning,the</a:t>
            </a:r>
            <a:r>
              <a:rPr lang="en-US" dirty="0"/>
              <a:t> algorithm is trained on a labeled </a:t>
            </a:r>
            <a:r>
              <a:rPr lang="en-US" dirty="0" err="1"/>
              <a:t>dataset.This</a:t>
            </a:r>
            <a:r>
              <a:rPr lang="en-US" dirty="0"/>
              <a:t> means that each training example is paired with an output label.</a:t>
            </a:r>
          </a:p>
          <a:p>
            <a:r>
              <a:rPr lang="en-US" dirty="0" err="1"/>
              <a:t>Goal:The</a:t>
            </a:r>
            <a:r>
              <a:rPr lang="en-US" dirty="0"/>
              <a:t> goal is to learn a mapping from </a:t>
            </a:r>
            <a:r>
              <a:rPr lang="en-US" dirty="0" err="1"/>
              <a:t>inputes</a:t>
            </a:r>
            <a:r>
              <a:rPr lang="en-US" dirty="0"/>
              <a:t> to outputs so  that the  model can predict the output for </a:t>
            </a:r>
            <a:r>
              <a:rPr lang="en-US" dirty="0" err="1"/>
              <a:t>new,unseen</a:t>
            </a:r>
            <a:r>
              <a:rPr lang="en-US"/>
              <a:t>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624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214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Machine Learning</vt:lpstr>
      <vt:lpstr>What is Machine Learning?</vt:lpstr>
      <vt:lpstr>Life cycle of Machine Learning</vt:lpstr>
      <vt:lpstr>Categories of ML </vt:lpstr>
      <vt:lpstr>Supervised Learning-</vt:lpstr>
      <vt:lpstr>Supervised Learning-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java by kiran</dc:creator>
  <cp:lastModifiedBy>java by kiran</cp:lastModifiedBy>
  <cp:revision>4</cp:revision>
  <dcterms:created xsi:type="dcterms:W3CDTF">2024-12-03T16:27:57Z</dcterms:created>
  <dcterms:modified xsi:type="dcterms:W3CDTF">2025-05-06T10:56:49Z</dcterms:modified>
</cp:coreProperties>
</file>