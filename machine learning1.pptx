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33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AA251-0990-BE4B-F437-6F30F479A4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F9F3D1-3549-6F49-CF4E-7E3D699477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E28F0-E9FC-93BF-C889-56AB566C5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A269-9BA6-4096-ABAF-AD030CA8A792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7216E-6B0C-64E0-AD51-614239C5F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4C195-8387-8AAA-6187-8D91AA289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C718-F7EB-4A3D-95FF-38F0E1DAA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080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4F402-4F1C-A6B5-8052-14FB5C039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5FA6A-18A5-DD0C-9F28-960554C8A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DC613-AD57-9A3D-5F4C-A098A1613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A269-9BA6-4096-ABAF-AD030CA8A792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DEA71-65D9-F562-3F21-849686006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10F3E-8D09-D651-F3C3-239D74B6B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C718-F7EB-4A3D-95FF-38F0E1DAA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412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44C3C-BDEB-94D8-91E8-78607715C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A9B94-4B2D-310B-CD87-BA0E466DC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2FAD1-D0F8-44A2-9DA8-1344FC269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A269-9BA6-4096-ABAF-AD030CA8A792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92E06-DFCE-44B7-B0DC-09CC43822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B7045-2145-82D6-230A-A5034B750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C718-F7EB-4A3D-95FF-38F0E1DAA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598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BC349-B9FE-A926-B432-AB5813144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46A40-66ED-787B-083C-DE2B789F08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420D27-B181-7444-4E19-2C8FD4AA2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36921-BCC1-149E-5A91-E8E4097C5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A269-9BA6-4096-ABAF-AD030CA8A792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28760E-5987-91DC-3DCF-24051A21E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08DBE-D130-92BA-50D7-1E2C3FCBE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C718-F7EB-4A3D-95FF-38F0E1DAA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863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9A2B2-96B7-209A-B575-0FBBB8415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7EAF1-D30F-736E-4579-96106098B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9734D3-2CC8-F0E7-5219-D82FC7541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F4DE12-BE2F-C364-02AB-F82E2A83A4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DD5E7B-EE60-5827-427B-A6469C1A9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BD8ED-56DA-3BEC-0C53-B90767183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A269-9BA6-4096-ABAF-AD030CA8A792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3DBD92-85FE-9F57-2E6C-528F1F3BB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6996C7-9CD1-D503-E6FE-FB52F7026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C718-F7EB-4A3D-95FF-38F0E1DAA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906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3B5E4-8E0E-9C9C-73D0-205E53585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807FA-FB42-0FBC-91C7-39C9F3A23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A269-9BA6-4096-ABAF-AD030CA8A792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6AE89E-045F-B71E-B9A8-046710444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C57A13-2BB3-152D-1D77-59E466696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C718-F7EB-4A3D-95FF-38F0E1DAA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953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D2E20D-9336-46D2-F5A7-F5EF2CDE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A269-9BA6-4096-ABAF-AD030CA8A792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D3DC2E-1B3D-1772-CE11-C81663CE6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09C1D-29D0-CA2B-2889-973111910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C718-F7EB-4A3D-95FF-38F0E1DAA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065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53C20-9CCA-9BD3-D60F-EE3F4D54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065C3-119E-FC68-75F7-27812B838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91B364-EA69-B214-3A4D-D59A7423D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C611A-77B7-DEE7-0CF9-25F5475AD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A269-9BA6-4096-ABAF-AD030CA8A792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649CD-DA0E-1A0F-7F8B-52947AB15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B70A0-BCA5-427F-D7C5-1B8921107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C718-F7EB-4A3D-95FF-38F0E1DAA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293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14A7B-5D64-2D48-952D-538C4447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D3DBA5-7094-33E3-BB62-211627215F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4EACA-6110-4D6F-CBAA-776AE47FB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3BF26-3FA2-0F41-8BCD-A018D005F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A269-9BA6-4096-ABAF-AD030CA8A792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0D6D43-BC94-8B16-DBEA-3F7605E93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5608B-971C-BA24-F062-3133AD4C2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C718-F7EB-4A3D-95FF-38F0E1DAA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344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CBBDF-498E-C8C8-30BC-D2E3D0F3F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89967-ADA8-FA83-D973-E602C5C7E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B79F6-0C8B-EB5D-ADD0-DFFBE6199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A269-9BA6-4096-ABAF-AD030CA8A792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C7832-E5D5-E475-0DB2-7E7A5263F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2E628-6A1E-6097-4FD5-E689DFD7A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C718-F7EB-4A3D-95FF-38F0E1DAA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737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D77337-01F9-EB18-EA01-75B12551CB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CD7A70-E839-3AE2-4E4D-87C729DB4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EFF1D-9564-B1CE-2687-9E8854857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A269-9BA6-4096-ABAF-AD030CA8A792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095F3-5788-E933-5DDF-72510E953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EFD8A-B275-76BF-D4C4-6CB634941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C718-F7EB-4A3D-95FF-38F0E1DAA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569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242F92-B9AF-5180-22B9-D8A3EBAAE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2140D-C328-E300-D123-3A6E701F9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8DEB1-3559-FB7A-A45C-D6DFADD8F3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CA269-9BA6-4096-ABAF-AD030CA8A792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F7992-614D-FE2A-247D-C300F1FB35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B77FE-9AA5-96A3-BAAB-EB5423D97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B2C718-F7EB-4A3D-95FF-38F0E1DAA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131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FF598-3476-2E52-3BEF-E806ED69C3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CB211D-E901-EF43-C886-3137259982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414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590C4-71C4-24BC-4B78-9973D5EDA6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sz="2800" b="1" dirty="0"/>
              <a:t>AI -1956—John McCarthy-</a:t>
            </a:r>
            <a:br>
              <a:rPr lang="en-IN" sz="2800" b="1" dirty="0"/>
            </a:br>
            <a:r>
              <a:rPr lang="en-IN" sz="2800" b="1" dirty="0"/>
              <a:t>Machine to mimic human behaviour.</a:t>
            </a:r>
            <a:br>
              <a:rPr lang="en-IN" sz="2800" b="1" dirty="0"/>
            </a:br>
            <a:r>
              <a:rPr lang="en-IN" sz="2800" b="1" dirty="0"/>
              <a:t> </a:t>
            </a:r>
            <a:br>
              <a:rPr lang="en-IN" sz="2800" b="1" dirty="0"/>
            </a:br>
            <a:r>
              <a:rPr lang="en-IN" sz="2800" b="1" dirty="0"/>
              <a:t> ML-1959 –Arthur Samuel-Machine to ‘learn’ -</a:t>
            </a:r>
            <a:r>
              <a:rPr lang="en-IN" sz="2800" b="1" dirty="0" err="1"/>
              <a:t>tearn</a:t>
            </a:r>
            <a:r>
              <a:rPr lang="en-IN" sz="2800" b="1" dirty="0"/>
              <a:t> things by its </a:t>
            </a:r>
            <a:r>
              <a:rPr lang="en-IN" sz="2800" b="1" dirty="0" err="1"/>
              <a:t>mistakes,learn</a:t>
            </a:r>
            <a:r>
              <a:rPr lang="en-IN" sz="2800" b="1" dirty="0"/>
              <a:t> by its experience</a:t>
            </a:r>
            <a:br>
              <a:rPr lang="en-IN" sz="2800" b="1" dirty="0"/>
            </a:br>
            <a:br>
              <a:rPr lang="en-IN" sz="2800" b="1" dirty="0"/>
            </a:br>
            <a:r>
              <a:rPr lang="en-IN" sz="2800" b="1" dirty="0"/>
              <a:t>  DL-2000-Igor Aizenberg-</a:t>
            </a:r>
            <a:r>
              <a:rPr lang="en-IN" sz="2800" b="1" dirty="0" err="1"/>
              <a:t>Algorith</a:t>
            </a:r>
            <a:r>
              <a:rPr lang="en-IN" sz="2800" b="1" dirty="0"/>
              <a:t> inspired by structure &amp;function of human brain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761361-1957-A5FC-7C7D-1A56C1A3A9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771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E63A501-A03F-6F60-72B4-AF241A3F61B9}"/>
              </a:ext>
            </a:extLst>
          </p:cNvPr>
          <p:cNvSpPr/>
          <p:nvPr/>
        </p:nvSpPr>
        <p:spPr>
          <a:xfrm>
            <a:off x="3455581" y="1392865"/>
            <a:ext cx="4976038" cy="449757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AMLAI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14056C4-4DFC-4DD5-9002-E0A8EA5F8B9E}"/>
              </a:ext>
            </a:extLst>
          </p:cNvPr>
          <p:cNvSpPr/>
          <p:nvPr/>
        </p:nvSpPr>
        <p:spPr>
          <a:xfrm>
            <a:off x="4667693" y="2626242"/>
            <a:ext cx="2551814" cy="292395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6B2BB78-AF35-87C9-0460-7AD86AAD9B6D}"/>
              </a:ext>
            </a:extLst>
          </p:cNvPr>
          <p:cNvSpPr/>
          <p:nvPr/>
        </p:nvSpPr>
        <p:spPr>
          <a:xfrm>
            <a:off x="5220586" y="3912781"/>
            <a:ext cx="1222744" cy="122274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0E36B5-8195-76B5-AC07-980AFBCEB561}"/>
              </a:ext>
            </a:extLst>
          </p:cNvPr>
          <p:cNvSpPr txBox="1"/>
          <p:nvPr/>
        </p:nvSpPr>
        <p:spPr>
          <a:xfrm>
            <a:off x="5443870" y="1850065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17A7AE-AE68-01B3-E58D-B27EDA47B7AC}"/>
              </a:ext>
            </a:extLst>
          </p:cNvPr>
          <p:cNvSpPr txBox="1"/>
          <p:nvPr/>
        </p:nvSpPr>
        <p:spPr>
          <a:xfrm>
            <a:off x="5571460" y="342900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FBEA82-1531-1B26-3CF7-8E73AB870632}"/>
              </a:ext>
            </a:extLst>
          </p:cNvPr>
          <p:cNvSpPr txBox="1"/>
          <p:nvPr/>
        </p:nvSpPr>
        <p:spPr>
          <a:xfrm>
            <a:off x="776177" y="797442"/>
            <a:ext cx="3764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DL-is a subset of ML.ML is subset of AI</a:t>
            </a:r>
          </a:p>
        </p:txBody>
      </p:sp>
    </p:spTree>
    <p:extLst>
      <p:ext uri="{BB962C8B-B14F-4D97-AF65-F5344CB8AC3E}">
        <p14:creationId xmlns:p14="http://schemas.microsoft.com/office/powerpoint/2010/main" val="619956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86661-3B34-A191-284C-A5FE9AF04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592273" cy="1782883"/>
          </a:xfrm>
        </p:spPr>
        <p:txBody>
          <a:bodyPr/>
          <a:lstStyle/>
          <a:p>
            <a:r>
              <a:rPr lang="en-IN" dirty="0"/>
              <a:t>Application of ML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E671C-1BF6-C9B3-48D1-B3AF72F13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192" y="2326511"/>
            <a:ext cx="9475808" cy="2931289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1)Google Search Engine</a:t>
            </a:r>
          </a:p>
          <a:p>
            <a:pPr algn="l"/>
            <a:r>
              <a:rPr lang="en-IN" dirty="0"/>
              <a:t>2)Social Media</a:t>
            </a:r>
          </a:p>
          <a:p>
            <a:pPr algn="l"/>
            <a:r>
              <a:rPr lang="en-IN" dirty="0"/>
              <a:t>3)Product Recommendations</a:t>
            </a:r>
          </a:p>
          <a:p>
            <a:pPr algn="l"/>
            <a:r>
              <a:rPr lang="en-IN" dirty="0"/>
              <a:t>4)Image </a:t>
            </a:r>
            <a:r>
              <a:rPr lang="en-IN" dirty="0" err="1"/>
              <a:t>recognization</a:t>
            </a:r>
            <a:endParaRPr lang="en-IN" dirty="0"/>
          </a:p>
          <a:p>
            <a:pPr algn="l"/>
            <a:r>
              <a:rPr lang="en-IN" dirty="0"/>
              <a:t>-face and unlock</a:t>
            </a:r>
          </a:p>
          <a:p>
            <a:pPr algn="l"/>
            <a:r>
              <a:rPr lang="en-IN" dirty="0"/>
              <a:t>5)Email spam </a:t>
            </a:r>
            <a:r>
              <a:rPr lang="en-IN"/>
              <a:t>filterning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7678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95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AI -1956—John McCarthy- Machine to mimic human behaviour.    ML-1959 –Arthur Samuel-Machine to ‘learn’ -tearn things by its mistakes,learn by its experience    DL-2000-Igor Aizenberg-Algorith inspired by structure &amp;function of human brain</vt:lpstr>
      <vt:lpstr>PowerPoint Presentation</vt:lpstr>
      <vt:lpstr>Application of ML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java by kiran</dc:creator>
  <cp:lastModifiedBy>java by kiran</cp:lastModifiedBy>
  <cp:revision>2</cp:revision>
  <dcterms:created xsi:type="dcterms:W3CDTF">2025-05-05T07:37:04Z</dcterms:created>
  <dcterms:modified xsi:type="dcterms:W3CDTF">2025-05-05T09:30:52Z</dcterms:modified>
</cp:coreProperties>
</file>